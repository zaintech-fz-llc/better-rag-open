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1A8B"/>
                </a:solidFill>
              </a:rPr>
              <a:t>Onboarding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Human Resources | BetterRAG Enterprise</a:t>
            </a:r>
          </a:p>
          <a:p>
            <a:r>
              <a:t>Placeholder — replace with production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